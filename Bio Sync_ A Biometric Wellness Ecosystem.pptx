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</p:sldIdLst>
  <p:sldSz cx="9144000" cy="5143500" type="screen16x9"/>
  <p:notesSz cx="6858000" cy="9144000"/>
  <p:embeddedFontLst>
    <p:embeddedFont>
      <p:font typeface="Instrument Sans" panose="020B0604020202020204" charset="0"/>
      <p:regular r:id="rId10"/>
      <p:bold r:id="rId11"/>
      <p:italic r:id="rId12"/>
      <p:boldItalic r:id="rId13"/>
    </p:embeddedFont>
    <p:embeddedFont>
      <p:font typeface="Instrument Sans Medium" panose="020B0604020202020204" charset="0"/>
      <p:regular r:id="rId14"/>
      <p:bold r:id="rId15"/>
      <p:italic r:id="rId16"/>
      <p:boldItalic r:id="rId17"/>
    </p:embeddedFont>
    <p:embeddedFont>
      <p:font typeface="Instrument Sans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357" autoAdjust="0"/>
  </p:normalViewPr>
  <p:slideViewPr>
    <p:cSldViewPr snapToGrid="0">
      <p:cViewPr varScale="1">
        <p:scale>
          <a:sx n="56" d="100"/>
          <a:sy n="56" d="100"/>
        </p:scale>
        <p:origin x="72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ia Wilson" userId="f05301f16e74a5bc" providerId="LiveId" clId="{768D1210-C504-495C-8F62-E63328FB3857}"/>
    <pc:docChg chg="undo custSel addSld delSld modSld sldOrd">
      <pc:chgData name="Alexandria Wilson" userId="f05301f16e74a5bc" providerId="LiveId" clId="{768D1210-C504-495C-8F62-E63328FB3857}" dt="2026-05-06T00:03:34.242" v="985" actId="47"/>
      <pc:docMkLst>
        <pc:docMk/>
      </pc:docMkLst>
      <pc:sldChg chg="modNotesTx">
        <pc:chgData name="Alexandria Wilson" userId="f05301f16e74a5bc" providerId="LiveId" clId="{768D1210-C504-495C-8F62-E63328FB3857}" dt="2026-05-05T16:52:29.457" v="181" actId="20577"/>
        <pc:sldMkLst>
          <pc:docMk/>
          <pc:sldMk cId="0" sldId="256"/>
        </pc:sldMkLst>
      </pc:sldChg>
      <pc:sldChg chg="modNotesTx">
        <pc:chgData name="Alexandria Wilson" userId="f05301f16e74a5bc" providerId="LiveId" clId="{768D1210-C504-495C-8F62-E63328FB3857}" dt="2026-05-05T20:24:22.465" v="762" actId="20577"/>
        <pc:sldMkLst>
          <pc:docMk/>
          <pc:sldMk cId="0" sldId="257"/>
        </pc:sldMkLst>
      </pc:sldChg>
      <pc:sldChg chg="modNotesTx">
        <pc:chgData name="Alexandria Wilson" userId="f05301f16e74a5bc" providerId="LiveId" clId="{768D1210-C504-495C-8F62-E63328FB3857}" dt="2026-05-05T20:36:19.484" v="860" actId="20577"/>
        <pc:sldMkLst>
          <pc:docMk/>
          <pc:sldMk cId="0" sldId="258"/>
        </pc:sldMkLst>
      </pc:sldChg>
      <pc:sldChg chg="modNotesTx">
        <pc:chgData name="Alexandria Wilson" userId="f05301f16e74a5bc" providerId="LiveId" clId="{768D1210-C504-495C-8F62-E63328FB3857}" dt="2026-05-05T20:37:15.017" v="955" actId="20577"/>
        <pc:sldMkLst>
          <pc:docMk/>
          <pc:sldMk cId="0" sldId="259"/>
        </pc:sldMkLst>
      </pc:sldChg>
      <pc:sldChg chg="modSp mod ord">
        <pc:chgData name="Alexandria Wilson" userId="f05301f16e74a5bc" providerId="LiveId" clId="{768D1210-C504-495C-8F62-E63328FB3857}" dt="2026-05-05T16:57:19.523" v="758" actId="20577"/>
        <pc:sldMkLst>
          <pc:docMk/>
          <pc:sldMk cId="0" sldId="260"/>
        </pc:sldMkLst>
        <pc:spChg chg="mod">
          <ac:chgData name="Alexandria Wilson" userId="f05301f16e74a5bc" providerId="LiveId" clId="{768D1210-C504-495C-8F62-E63328FB3857}" dt="2026-05-05T16:57:19.523" v="758" actId="20577"/>
          <ac:spMkLst>
            <pc:docMk/>
            <pc:sldMk cId="0" sldId="260"/>
            <ac:spMk id="528" creationId="{00000000-0000-0000-0000-000000000000}"/>
          </ac:spMkLst>
        </pc:spChg>
      </pc:sldChg>
      <pc:sldChg chg="del">
        <pc:chgData name="Alexandria Wilson" userId="f05301f16e74a5bc" providerId="LiveId" clId="{768D1210-C504-495C-8F62-E63328FB3857}" dt="2026-05-05T16:49:17.578" v="0" actId="47"/>
        <pc:sldMkLst>
          <pc:docMk/>
          <pc:sldMk cId="0" sldId="261"/>
        </pc:sldMkLst>
      </pc:sldChg>
      <pc:sldChg chg="del">
        <pc:chgData name="Alexandria Wilson" userId="f05301f16e74a5bc" providerId="LiveId" clId="{768D1210-C504-495C-8F62-E63328FB3857}" dt="2026-05-05T16:49:19.195" v="1" actId="47"/>
        <pc:sldMkLst>
          <pc:docMk/>
          <pc:sldMk cId="0" sldId="262"/>
        </pc:sldMkLst>
      </pc:sldChg>
      <pc:sldChg chg="del">
        <pc:chgData name="Alexandria Wilson" userId="f05301f16e74a5bc" providerId="LiveId" clId="{768D1210-C504-495C-8F62-E63328FB3857}" dt="2026-05-05T16:49:53.561" v="2" actId="47"/>
        <pc:sldMkLst>
          <pc:docMk/>
          <pc:sldMk cId="0" sldId="263"/>
        </pc:sldMkLst>
      </pc:sldChg>
      <pc:sldChg chg="del">
        <pc:chgData name="Alexandria Wilson" userId="f05301f16e74a5bc" providerId="LiveId" clId="{768D1210-C504-495C-8F62-E63328FB3857}" dt="2026-05-05T20:38:34.107" v="977" actId="47"/>
        <pc:sldMkLst>
          <pc:docMk/>
          <pc:sldMk cId="0" sldId="264"/>
        </pc:sldMkLst>
      </pc:sldChg>
      <pc:sldChg chg="modSp new del mod modNotesTx">
        <pc:chgData name="Alexandria Wilson" userId="f05301f16e74a5bc" providerId="LiveId" clId="{768D1210-C504-495C-8F62-E63328FB3857}" dt="2026-05-06T00:03:34.242" v="985" actId="47"/>
        <pc:sldMkLst>
          <pc:docMk/>
          <pc:sldMk cId="1995094960" sldId="265"/>
        </pc:sldMkLst>
        <pc:spChg chg="mod">
          <ac:chgData name="Alexandria Wilson" userId="f05301f16e74a5bc" providerId="LiveId" clId="{768D1210-C504-495C-8F62-E63328FB3857}" dt="2026-05-05T16:54:25.838" v="559" actId="20577"/>
          <ac:spMkLst>
            <pc:docMk/>
            <pc:sldMk cId="1995094960" sldId="265"/>
            <ac:spMk id="5" creationId="{E58A1D27-0BFD-5152-976D-249E8D3D4D99}"/>
          </ac:spMkLst>
        </pc:spChg>
      </pc:sldChg>
      <pc:sldChg chg="new del">
        <pc:chgData name="Alexandria Wilson" userId="f05301f16e74a5bc" providerId="LiveId" clId="{768D1210-C504-495C-8F62-E63328FB3857}" dt="2026-05-05T16:55:44.706" v="722" actId="47"/>
        <pc:sldMkLst>
          <pc:docMk/>
          <pc:sldMk cId="1661602656" sldId="266"/>
        </pc:sldMkLst>
      </pc:sldChg>
      <pc:sldChg chg="modSp new mod modNotesTx">
        <pc:chgData name="Alexandria Wilson" userId="f05301f16e74a5bc" providerId="LiveId" clId="{768D1210-C504-495C-8F62-E63328FB3857}" dt="2026-05-05T20:38:25.663" v="976" actId="20577"/>
        <pc:sldMkLst>
          <pc:docMk/>
          <pc:sldMk cId="2011639434" sldId="266"/>
        </pc:sldMkLst>
        <pc:spChg chg="mod">
          <ac:chgData name="Alexandria Wilson" userId="f05301f16e74a5bc" providerId="LiveId" clId="{768D1210-C504-495C-8F62-E63328FB3857}" dt="2026-05-05T16:55:58.066" v="733" actId="20577"/>
          <ac:spMkLst>
            <pc:docMk/>
            <pc:sldMk cId="2011639434" sldId="266"/>
            <ac:spMk id="2" creationId="{175669B6-BB8F-2874-91EE-70E9F5AEF9F5}"/>
          </ac:spMkLst>
        </pc:spChg>
      </pc:sldChg>
      <pc:sldChg chg="delSp modSp new mod">
        <pc:chgData name="Alexandria Wilson" userId="f05301f16e74a5bc" providerId="LiveId" clId="{768D1210-C504-495C-8F62-E63328FB3857}" dt="2026-05-06T00:03:30.284" v="984" actId="20577"/>
        <pc:sldMkLst>
          <pc:docMk/>
          <pc:sldMk cId="912872943" sldId="267"/>
        </pc:sldMkLst>
        <pc:spChg chg="mod">
          <ac:chgData name="Alexandria Wilson" userId="f05301f16e74a5bc" providerId="LiveId" clId="{768D1210-C504-495C-8F62-E63328FB3857}" dt="2026-05-06T00:03:30.284" v="984" actId="20577"/>
          <ac:spMkLst>
            <pc:docMk/>
            <pc:sldMk cId="912872943" sldId="267"/>
            <ac:spMk id="2" creationId="{55CEA55F-F541-CC93-CCBE-F6E15A760775}"/>
          </ac:spMkLst>
        </pc:spChg>
        <pc:spChg chg="del">
          <ac:chgData name="Alexandria Wilson" userId="f05301f16e74a5bc" providerId="LiveId" clId="{768D1210-C504-495C-8F62-E63328FB3857}" dt="2026-05-05T20:37:37.842" v="957" actId="478"/>
          <ac:spMkLst>
            <pc:docMk/>
            <pc:sldMk cId="912872943" sldId="267"/>
            <ac:spMk id="3" creationId="{CF9CD978-FDA3-1001-9F2B-3AF4146C699D}"/>
          </ac:spMkLst>
        </pc:spChg>
      </pc:sldChg>
      <pc:sldChg chg="modSp new del mod">
        <pc:chgData name="Alexandria Wilson" userId="f05301f16e74a5bc" providerId="LiveId" clId="{768D1210-C504-495C-8F62-E63328FB3857}" dt="2026-05-05T20:24:47.131" v="763" actId="47"/>
        <pc:sldMkLst>
          <pc:docMk/>
          <pc:sldMk cId="1467818659" sldId="267"/>
        </pc:sldMkLst>
        <pc:spChg chg="mod">
          <ac:chgData name="Alexandria Wilson" userId="f05301f16e74a5bc" providerId="LiveId" clId="{768D1210-C504-495C-8F62-E63328FB3857}" dt="2026-05-05T16:57:02.982" v="742" actId="20577"/>
          <ac:spMkLst>
            <pc:docMk/>
            <pc:sldMk cId="1467818659" sldId="267"/>
            <ac:spMk id="10" creationId="{25EC94E9-E058-2418-8D71-AAB9AE9D047D}"/>
          </ac:spMkLst>
        </pc:spChg>
      </pc:sldChg>
      <pc:sldMasterChg chg="delSldLayout">
        <pc:chgData name="Alexandria Wilson" userId="f05301f16e74a5bc" providerId="LiveId" clId="{768D1210-C504-495C-8F62-E63328FB3857}" dt="2026-05-05T20:38:34.107" v="977" actId="47"/>
        <pc:sldMasterMkLst>
          <pc:docMk/>
          <pc:sldMasterMk cId="0" sldId="2147483697"/>
        </pc:sldMasterMkLst>
        <pc:sldLayoutChg chg="del">
          <pc:chgData name="Alexandria Wilson" userId="f05301f16e74a5bc" providerId="LiveId" clId="{768D1210-C504-495C-8F62-E63328FB3857}" dt="2026-05-05T20:38:34.107" v="977" actId="47"/>
          <pc:sldLayoutMkLst>
            <pc:docMk/>
            <pc:sldMasterMk cId="0" sldId="2147483697"/>
            <pc:sldLayoutMk cId="0" sldId="2147483650"/>
          </pc:sldLayoutMkLst>
        </pc:sldLayoutChg>
        <pc:sldLayoutChg chg="del">
          <pc:chgData name="Alexandria Wilson" userId="f05301f16e74a5bc" providerId="LiveId" clId="{768D1210-C504-495C-8F62-E63328FB3857}" dt="2026-05-05T16:49:17.578" v="0" actId="47"/>
          <pc:sldLayoutMkLst>
            <pc:docMk/>
            <pc:sldMasterMk cId="0" sldId="2147483697"/>
            <pc:sldLayoutMk cId="0" sldId="2147483656"/>
          </pc:sldLayoutMkLst>
        </pc:sldLayoutChg>
        <pc:sldLayoutChg chg="del">
          <pc:chgData name="Alexandria Wilson" userId="f05301f16e74a5bc" providerId="LiveId" clId="{768D1210-C504-495C-8F62-E63328FB3857}" dt="2026-05-05T16:49:19.195" v="1" actId="47"/>
          <pc:sldLayoutMkLst>
            <pc:docMk/>
            <pc:sldMasterMk cId="0" sldId="2147483697"/>
            <pc:sldLayoutMk cId="0" sldId="2147483660"/>
          </pc:sldLayoutMkLst>
        </pc:sldLayoutChg>
        <pc:sldLayoutChg chg="del">
          <pc:chgData name="Alexandria Wilson" userId="f05301f16e74a5bc" providerId="LiveId" clId="{768D1210-C504-495C-8F62-E63328FB3857}" dt="2026-05-05T16:49:53.561" v="2" actId="47"/>
          <pc:sldLayoutMkLst>
            <pc:docMk/>
            <pc:sldMasterMk cId="0" sldId="2147483697"/>
            <pc:sldLayoutMk cId="0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9ae12233a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9ae12233a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BioSync</a:t>
            </a:r>
            <a:r>
              <a:rPr lang="en-US" dirty="0"/>
              <a:t> is a biometric ecosystem designed to centralize a person’s health data – vitals, cycle tracking, heart rate, temperature, and more- into one accessible platform.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9ae12233a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9ae12233a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People today use multiple apps – </a:t>
            </a:r>
            <a:r>
              <a:rPr lang="en-US" dirty="0" err="1"/>
              <a:t>fitbit</a:t>
            </a:r>
            <a:r>
              <a:rPr lang="en-US" dirty="0"/>
              <a:t>, apple health, period trackers, blood pressure cuffs – but none of them talk to each other. </a:t>
            </a:r>
            <a:r>
              <a:rPr lang="en-US" dirty="0" err="1"/>
              <a:t>BioSync</a:t>
            </a:r>
            <a:r>
              <a:rPr lang="en-US" dirty="0"/>
              <a:t> solves that fragmentation.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9ae12233a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c9ae12233a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BioSync</a:t>
            </a:r>
            <a:r>
              <a:rPr lang="en-US" dirty="0"/>
              <a:t> unifies all biometric data into a single, intuitive dashboard. Instead of jumping between apps, users get a complete picture of their health in one place.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9ae12233a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9ae12233a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dirty="0" err="1"/>
              <a:t>BioSync</a:t>
            </a:r>
            <a:r>
              <a:rPr lang="en-US" dirty="0"/>
              <a:t> was designed for everyday users – not just athletes or patients.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9ae12233a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c9ae12233a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BioSync</a:t>
            </a:r>
            <a:r>
              <a:rPr lang="en-US" dirty="0"/>
              <a:t> empowers users to understand their bodies through unified, meaningful data.</a:t>
            </a:r>
          </a:p>
        </p:txBody>
      </p:sp>
    </p:spTree>
    <p:extLst>
      <p:ext uri="{BB962C8B-B14F-4D97-AF65-F5344CB8AC3E}">
        <p14:creationId xmlns:p14="http://schemas.microsoft.com/office/powerpoint/2010/main" val="147917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motions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pic>
        <p:nvPicPr>
          <p:cNvPr id="12" name="Google Shape;12;p2" descr="A portrait of a smiling woman in casual attire. "/>
          <p:cNvPicPr preferRelativeResize="0"/>
          <p:nvPr/>
        </p:nvPicPr>
        <p:blipFill rotWithShape="1">
          <a:blip r:embed="rId2">
            <a:alphaModFix/>
          </a:blip>
          <a:srcRect l="26958" r="35833" b="23378"/>
          <a:stretch/>
        </p:blipFill>
        <p:spPr>
          <a:xfrm>
            <a:off x="284700" y="1847700"/>
            <a:ext cx="2055000" cy="2820900"/>
          </a:xfrm>
          <a:prstGeom prst="roundRect">
            <a:avLst>
              <a:gd name="adj" fmla="val 15597"/>
            </a:avLst>
          </a:prstGeom>
          <a:noFill/>
          <a:ln>
            <a:noFill/>
          </a:ln>
        </p:spPr>
      </p:pic>
      <p:pic>
        <p:nvPicPr>
          <p:cNvPr id="13" name="Google Shape;13;p2" descr="A confident man stands with his arms crossed in front of a white background. "/>
          <p:cNvPicPr preferRelativeResize="0"/>
          <p:nvPr/>
        </p:nvPicPr>
        <p:blipFill rotWithShape="1">
          <a:blip r:embed="rId3">
            <a:alphaModFix/>
          </a:blip>
          <a:srcRect l="28621" r="23422" b="1225"/>
          <a:stretch/>
        </p:blipFill>
        <p:spPr>
          <a:xfrm>
            <a:off x="4629476" y="1847700"/>
            <a:ext cx="2055000" cy="2820900"/>
          </a:xfrm>
          <a:prstGeom prst="roundRect">
            <a:avLst>
              <a:gd name="adj" fmla="val 15616"/>
            </a:avLst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5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6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7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8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18778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4 elements">
  <p:cSld name="BLANK_1_1_1_1_1_1_1_1_1_1_1_2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3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4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5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6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7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8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9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1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14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5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6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7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6 elements">
  <p:cSld name="BLANK_1_1_1_1_1_1_1_1_1_1_1_2_1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spcFirstLastPara="1" wrap="square" lIns="137150" tIns="91425" rIns="90250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4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5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6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7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8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9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13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14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ubTitle" idx="15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16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17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spcFirstLastPara="1" wrap="square" lIns="13715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subTitle" idx="18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ubTitle" idx="19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ubTitle" idx="20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21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22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ubTitle" idx="23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spcFirstLastPara="1" wrap="square" lIns="137150" tIns="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BLANK_1_1_1_1_1_1_1_1_1_1_1_2_1_1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pic" idx="2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4" name="Google Shape;84;p7"/>
          <p:cNvSpPr>
            <a:spLocks noGrp="1"/>
          </p:cNvSpPr>
          <p:nvPr>
            <p:ph type="pic" idx="3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7"/>
          <p:cNvSpPr>
            <a:spLocks noGrp="1"/>
          </p:cNvSpPr>
          <p:nvPr>
            <p:ph type="pic" idx="4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7"/>
          <p:cNvSpPr>
            <a:spLocks noGrp="1"/>
          </p:cNvSpPr>
          <p:nvPr>
            <p:ph type="pic" idx="5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7"/>
          <p:cNvSpPr>
            <a:spLocks noGrp="1"/>
          </p:cNvSpPr>
          <p:nvPr>
            <p:ph type="pic" idx="6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7"/>
          <p:cNvSpPr>
            <a:spLocks noGrp="1"/>
          </p:cNvSpPr>
          <p:nvPr>
            <p:ph type="pic" idx="7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7"/>
          <p:cNvSpPr txBox="1">
            <a:spLocks noGrp="1"/>
          </p:cNvSpPr>
          <p:nvPr>
            <p:ph type="body" idx="1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8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body" idx="9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13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body" idx="14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5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subTitle" idx="16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subTitle" idx="17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 2">
  <p:cSld name="BLANK_1_1_1_1_1_1_1_1_1_1_1_2_1_1_1"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body" idx="4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5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6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7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subTitle" idx="8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>
            <a:spLocks noGrp="1"/>
          </p:cNvSpPr>
          <p:nvPr>
            <p:ph type="pic" idx="9"/>
          </p:nvPr>
        </p:nvSpPr>
        <p:spPr>
          <a:xfrm>
            <a:off x="282017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8"/>
          <p:cNvSpPr>
            <a:spLocks noGrp="1"/>
          </p:cNvSpPr>
          <p:nvPr>
            <p:ph type="pic" idx="13"/>
          </p:nvPr>
        </p:nvSpPr>
        <p:spPr>
          <a:xfrm>
            <a:off x="1735443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0" name="Google Shape;110;p8"/>
          <p:cNvSpPr>
            <a:spLocks noGrp="1"/>
          </p:cNvSpPr>
          <p:nvPr>
            <p:ph type="pic" idx="14"/>
          </p:nvPr>
        </p:nvSpPr>
        <p:spPr>
          <a:xfrm>
            <a:off x="3188870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1" name="Google Shape;111;p8"/>
          <p:cNvSpPr>
            <a:spLocks noGrp="1"/>
          </p:cNvSpPr>
          <p:nvPr>
            <p:ph type="pic" idx="15"/>
          </p:nvPr>
        </p:nvSpPr>
        <p:spPr>
          <a:xfrm>
            <a:off x="4642297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" name="Google Shape;112;p8"/>
          <p:cNvSpPr>
            <a:spLocks noGrp="1"/>
          </p:cNvSpPr>
          <p:nvPr>
            <p:ph type="pic" idx="16"/>
          </p:nvPr>
        </p:nvSpPr>
        <p:spPr>
          <a:xfrm>
            <a:off x="6095723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3" name="Google Shape;113;p8"/>
          <p:cNvSpPr>
            <a:spLocks noGrp="1"/>
          </p:cNvSpPr>
          <p:nvPr>
            <p:ph type="pic" idx="17"/>
          </p:nvPr>
        </p:nvSpPr>
        <p:spPr>
          <a:xfrm>
            <a:off x="7549150" y="1446074"/>
            <a:ext cx="1307700" cy="130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body" idx="18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body" idx="19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20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body" idx="21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22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8"/>
          <p:cNvSpPr txBox="1">
            <a:spLocks noGrp="1"/>
          </p:cNvSpPr>
          <p:nvPr>
            <p:ph type="body" idx="23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body" idx="3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marL="914400" lvl="1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marL="1371600" lvl="2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marL="1828800" lvl="3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marL="2286000" lvl="4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marL="2743200" lvl="5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marL="3200400" lvl="6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marL="3657600" lvl="7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marL="4114800" lvl="8" indent="-228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>
            <a:spLocks noGrp="1"/>
          </p:cNvSpPr>
          <p:nvPr>
            <p:ph type="pic" idx="2"/>
          </p:nvPr>
        </p:nvSpPr>
        <p:spPr>
          <a:xfrm>
            <a:off x="4629600" y="474750"/>
            <a:ext cx="4227300" cy="4194000"/>
          </a:xfrm>
          <a:prstGeom prst="roundRect">
            <a:avLst>
              <a:gd name="adj" fmla="val 10510"/>
            </a:avLst>
          </a:prstGeom>
          <a:noFill/>
          <a:ln>
            <a:noFill/>
          </a:ln>
        </p:spPr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37" name="Google Shape;137;p11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3">
  <p:cSld name="BLANK_1_1_1_2_3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>
            <a:spLocks noGrp="1"/>
          </p:cNvSpPr>
          <p:nvPr>
            <p:ph type="pic" idx="2"/>
          </p:nvPr>
        </p:nvSpPr>
        <p:spPr>
          <a:xfrm>
            <a:off x="4629600" y="474750"/>
            <a:ext cx="4227300" cy="4194000"/>
          </a:xfrm>
          <a:prstGeom prst="roundRect">
            <a:avLst>
              <a:gd name="adj" fmla="val 10640"/>
            </a:avLst>
          </a:prstGeom>
          <a:noFill/>
          <a:ln>
            <a:noFill/>
          </a:ln>
        </p:spPr>
      </p:sp>
      <p:sp>
        <p:nvSpPr>
          <p:cNvPr id="141" name="Google Shape;141;p12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body" idx="4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9" name="Google Shape;149;p13"/>
          <p:cNvSpPr>
            <a:spLocks noGrp="1"/>
          </p:cNvSpPr>
          <p:nvPr>
            <p:ph type="pic" idx="2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3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4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5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">
  <p:cSld name="CUSTOM_6">
    <p:bg>
      <p:bgPr>
        <a:solidFill>
          <a:schemeClr val="dk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5"/>
          <p:cNvSpPr>
            <a:spLocks noGrp="1"/>
          </p:cNvSpPr>
          <p:nvPr>
            <p:ph type="pic" idx="2"/>
          </p:nvPr>
        </p:nvSpPr>
        <p:spPr>
          <a:xfrm>
            <a:off x="4629600" y="2630549"/>
            <a:ext cx="4227300" cy="2038200"/>
          </a:xfrm>
          <a:prstGeom prst="roundRect">
            <a:avLst>
              <a:gd name="adj" fmla="val 9982"/>
            </a:avLst>
          </a:prstGeom>
          <a:noFill/>
          <a:ln>
            <a:noFill/>
          </a:ln>
        </p:spPr>
      </p:sp>
      <p:sp>
        <p:nvSpPr>
          <p:cNvPr id="163" name="Google Shape;163;p15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rious boxes">
  <p:cSld name="CUSTOM_6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>
            <a:spLocks noGrp="1"/>
          </p:cNvSpPr>
          <p:nvPr>
            <p:ph type="pic" idx="2"/>
          </p:nvPr>
        </p:nvSpPr>
        <p:spPr>
          <a:xfrm>
            <a:off x="4630975" y="1365900"/>
            <a:ext cx="2055000" cy="3302700"/>
          </a:xfrm>
          <a:prstGeom prst="roundRect">
            <a:avLst>
              <a:gd name="adj" fmla="val 11973"/>
            </a:avLst>
          </a:prstGeom>
          <a:noFill/>
          <a:ln>
            <a:noFill/>
          </a:ln>
        </p:spPr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body" idx="3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body" idx="4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spcFirstLastPara="1" wrap="square" lIns="182875" tIns="0" rIns="0" bIns="0" anchor="t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body" idx="5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ubTitle" idx="7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subTitle" idx="8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spcFirstLastPara="1" wrap="square" lIns="182875" tIns="18287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9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3">
  <p:cSld name="BLANK_1_1_1_1_1_1_1_1_1_1_1_1_1_1_3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>
            <a:spLocks noGrp="1"/>
          </p:cNvSpPr>
          <p:nvPr>
            <p:ph type="pic" idx="2"/>
          </p:nvPr>
        </p:nvSpPr>
        <p:spPr>
          <a:xfrm>
            <a:off x="6802025" y="1372800"/>
            <a:ext cx="2058600" cy="3296700"/>
          </a:xfrm>
          <a:prstGeom prst="roundRect">
            <a:avLst>
              <a:gd name="adj" fmla="val 1153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4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5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6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7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 idx="8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title" idx="9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13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title" idx="14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title" idx="15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spcFirstLastPara="1" wrap="square" lIns="182875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1">
  <p:cSld name="BLANK_1_1_1_1_2_2_3">
    <p:bg>
      <p:bgPr>
        <a:solidFill>
          <a:schemeClr val="lt2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3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4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5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subTitle" idx="6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7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subTitle" idx="8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9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13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4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15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body" idx="16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7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8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2">
  <p:cSld name="BLANK_1_1_1_1_2_2_3_1">
    <p:bg>
      <p:bgPr>
        <a:solidFill>
          <a:schemeClr val="l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body" idx="3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4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5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body" idx="6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7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8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body" idx="9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3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14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 i="1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cxnSp>
        <p:nvCxnSpPr>
          <p:cNvPr id="224" name="Google Shape;224;p1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3">
  <p:cSld name="BLANK_1_1_1_1_2_2_3_1_1">
    <p:bg>
      <p:bgPr>
        <a:solidFill>
          <a:schemeClr val="l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28" name="Google Shape;228;p20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3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4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5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6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7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8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9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13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14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15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16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17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18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subTitle" idx="19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ubTitle" idx="20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subTitle" idx="21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subTitle" idx="22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ubTitle" idx="23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subTitle" idx="24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>
            <a:spLocks noGrp="1"/>
          </p:cNvSpPr>
          <p:nvPr>
            <p:ph type="pic" idx="2"/>
          </p:nvPr>
        </p:nvSpPr>
        <p:spPr>
          <a:xfrm>
            <a:off x="284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2" name="Google Shape;252;p21"/>
          <p:cNvSpPr>
            <a:spLocks noGrp="1"/>
          </p:cNvSpPr>
          <p:nvPr>
            <p:ph type="pic" idx="3"/>
          </p:nvPr>
        </p:nvSpPr>
        <p:spPr>
          <a:xfrm>
            <a:off x="1002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3" name="Google Shape;253;p21"/>
          <p:cNvSpPr>
            <a:spLocks noGrp="1"/>
          </p:cNvSpPr>
          <p:nvPr>
            <p:ph type="pic" idx="4"/>
          </p:nvPr>
        </p:nvSpPr>
        <p:spPr>
          <a:xfrm>
            <a:off x="3185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4" name="Google Shape;254;p21"/>
          <p:cNvSpPr>
            <a:spLocks noGrp="1"/>
          </p:cNvSpPr>
          <p:nvPr>
            <p:ph type="pic" idx="5"/>
          </p:nvPr>
        </p:nvSpPr>
        <p:spPr>
          <a:xfrm>
            <a:off x="3903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5" name="Google Shape;255;p21"/>
          <p:cNvSpPr>
            <a:spLocks noGrp="1"/>
          </p:cNvSpPr>
          <p:nvPr>
            <p:ph type="pic" idx="6"/>
          </p:nvPr>
        </p:nvSpPr>
        <p:spPr>
          <a:xfrm>
            <a:off x="6086700" y="1440150"/>
            <a:ext cx="605100" cy="1413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56" name="Google Shape;256;p21"/>
          <p:cNvSpPr>
            <a:spLocks noGrp="1"/>
          </p:cNvSpPr>
          <p:nvPr>
            <p:ph type="pic" idx="7"/>
          </p:nvPr>
        </p:nvSpPr>
        <p:spPr>
          <a:xfrm>
            <a:off x="6804300" y="1440150"/>
            <a:ext cx="2055000" cy="1413900"/>
          </a:xfrm>
          <a:prstGeom prst="roundRect">
            <a:avLst>
              <a:gd name="adj" fmla="val 16960"/>
            </a:avLst>
          </a:prstGeom>
          <a:noFill/>
          <a:ln>
            <a:noFill/>
          </a:ln>
        </p:spPr>
      </p:sp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body" idx="1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8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9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1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14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15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16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7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/ left box">
  <p:cSld name="BLANK_1_1_1_1_1_1_1_1_1_1_1_1_1_1_1_1_1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>
            <a:spLocks noGrp="1"/>
          </p:cNvSpPr>
          <p:nvPr>
            <p:ph type="pic" idx="2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3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body" idx="4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/ right box ">
  <p:cSld name="BLANK_1_1_1_1_1_1_1_1_1_1_1_1_1_1_1_1_1_1_1_1_2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>
            <a:spLocks noGrp="1"/>
          </p:cNvSpPr>
          <p:nvPr>
            <p:ph type="pic" idx="2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4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4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290" name="Google Shape;290;p24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body" idx="3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96" name="Google Shape;296;p25"/>
          <p:cNvSpPr>
            <a:spLocks noGrp="1"/>
          </p:cNvSpPr>
          <p:nvPr>
            <p:ph type="pic" idx="4"/>
          </p:nvPr>
        </p:nvSpPr>
        <p:spPr>
          <a:xfrm>
            <a:off x="4623425" y="672675"/>
            <a:ext cx="4247100" cy="1839300"/>
          </a:xfrm>
          <a:prstGeom prst="roundRect">
            <a:avLst>
              <a:gd name="adj" fmla="val 14674"/>
            </a:avLst>
          </a:prstGeom>
          <a:noFill/>
          <a:ln>
            <a:noFill/>
          </a:ln>
        </p:spPr>
      </p:sp>
      <p:sp>
        <p:nvSpPr>
          <p:cNvPr id="297" name="Google Shape;297;p25"/>
          <p:cNvSpPr>
            <a:spLocks noGrp="1"/>
          </p:cNvSpPr>
          <p:nvPr>
            <p:ph type="pic" idx="5"/>
          </p:nvPr>
        </p:nvSpPr>
        <p:spPr>
          <a:xfrm>
            <a:off x="4623425" y="2629425"/>
            <a:ext cx="4227600" cy="1074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298" name="Google Shape;298;p25"/>
          <p:cNvSpPr txBox="1">
            <a:spLocks noGrp="1"/>
          </p:cNvSpPr>
          <p:nvPr>
            <p:ph type="body" idx="6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body" idx="7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body" idx="8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subTitle" idx="9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3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details">
  <p:cSld name="CUSTOM_8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name="adj" fmla="val 55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06" name="Google Shape;306;p26"/>
          <p:cNvSpPr txBox="1">
            <a:spLocks noGrp="1"/>
          </p:cNvSpPr>
          <p:nvPr>
            <p:ph type="body" idx="1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6"/>
          <p:cNvSpPr txBox="1">
            <a:spLocks noGrp="1"/>
          </p:cNvSpPr>
          <p:nvPr>
            <p:ph type="body" idx="2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6"/>
          <p:cNvSpPr>
            <a:spLocks noGrp="1"/>
          </p:cNvSpPr>
          <p:nvPr>
            <p:ph type="pic" idx="3"/>
          </p:nvPr>
        </p:nvSpPr>
        <p:spPr>
          <a:xfrm>
            <a:off x="6806700" y="1335775"/>
            <a:ext cx="1821600" cy="2563500"/>
          </a:xfrm>
          <a:prstGeom prst="roundRect">
            <a:avLst>
              <a:gd name="adj" fmla="val 1309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Google Shape;309;p26"/>
          <p:cNvSpPr txBox="1">
            <a:spLocks noGrp="1"/>
          </p:cNvSpPr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10" name="Google Shape;310;p26"/>
          <p:cNvSpPr txBox="1">
            <a:spLocks noGrp="1"/>
          </p:cNvSpPr>
          <p:nvPr>
            <p:ph type="subTitle" idx="4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11" name="Google Shape;311;p26"/>
          <p:cNvSpPr txBox="1">
            <a:spLocks noGrp="1"/>
          </p:cNvSpPr>
          <p:nvPr>
            <p:ph type="subTitle" idx="5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6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subTitle" idx="7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26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details 2">
  <p:cSld name="CUSTOM_8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name="adj" fmla="val 55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7" name="Google Shape;317;p27"/>
          <p:cNvSpPr txBox="1">
            <a:spLocks noGrp="1"/>
          </p:cNvSpPr>
          <p:nvPr>
            <p:ph type="body" idx="1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body" idx="2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20" name="Google Shape;320;p27"/>
          <p:cNvSpPr txBox="1">
            <a:spLocks noGrp="1"/>
          </p:cNvSpPr>
          <p:nvPr>
            <p:ph type="subTitle" idx="3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ubTitle" idx="4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body" idx="5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137160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1828800" lvl="3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2286000" lvl="4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3200400" lvl="6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3657600" lvl="7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4114800" lvl="8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subTitle" idx="6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and image">
  <p:cSld name="CUSTOM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name="adj" fmla="val 733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8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name="adj" fmla="val 407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body" idx="1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subTitle" idx="2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subTitle" idx="3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36" name="Google Shape;336;p28"/>
          <p:cNvSpPr>
            <a:spLocks noGrp="1"/>
          </p:cNvSpPr>
          <p:nvPr>
            <p:ph type="pic" idx="4"/>
          </p:nvPr>
        </p:nvSpPr>
        <p:spPr>
          <a:xfrm>
            <a:off x="6084175" y="474750"/>
            <a:ext cx="2771400" cy="1458300"/>
          </a:xfrm>
          <a:prstGeom prst="roundRect">
            <a:avLst>
              <a:gd name="adj" fmla="val 1104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 4 elements 1">
  <p:cSld name="CUSTOM_10_3">
    <p:bg>
      <p:bgPr>
        <a:solidFill>
          <a:schemeClr val="dk2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/>
          <p:cNvPicPr preferRelativeResize="0"/>
          <p:nvPr/>
        </p:nvPicPr>
        <p:blipFill rotWithShape="1">
          <a:blip r:embed="rId2">
            <a:alphaModFix/>
          </a:blip>
          <a:srcRect t="12335" r="33444" b="3141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>
            <a:spLocks noGrp="1"/>
          </p:cNvSpPr>
          <p:nvPr>
            <p:ph type="subTitle" idx="1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2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>
            <a:endParaRPr/>
          </a:p>
        </p:txBody>
      </p:sp>
      <p:sp>
        <p:nvSpPr>
          <p:cNvPr id="342" name="Google Shape;342;p29"/>
          <p:cNvSpPr txBox="1">
            <a:spLocks noGrp="1"/>
          </p:cNvSpPr>
          <p:nvPr>
            <p:ph type="subTitle" idx="3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29"/>
          <p:cNvSpPr txBox="1">
            <a:spLocks noGrp="1"/>
          </p:cNvSpPr>
          <p:nvPr>
            <p:ph type="subTitle" idx="4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5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5" name="Google Shape;345;p29"/>
          <p:cNvSpPr txBox="1">
            <a:spLocks noGrp="1"/>
          </p:cNvSpPr>
          <p:nvPr>
            <p:ph type="subTitle" idx="6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29"/>
          <p:cNvSpPr txBox="1">
            <a:spLocks noGrp="1"/>
          </p:cNvSpPr>
          <p:nvPr>
            <p:ph type="subTitle" idx="7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7" name="Google Shape;347;p29"/>
          <p:cNvSpPr txBox="1">
            <a:spLocks noGrp="1"/>
          </p:cNvSpPr>
          <p:nvPr>
            <p:ph type="subTitle" idx="8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subTitle" idx="9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3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0" name="Google Shape;350;p29"/>
          <p:cNvSpPr txBox="1">
            <a:spLocks noGrp="1"/>
          </p:cNvSpPr>
          <p:nvPr>
            <p:ph type="subTitle" idx="14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15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subTitle" idx="16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17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354" name="Google Shape;354;p29"/>
          <p:cNvSpPr txBox="1">
            <a:spLocks noGrp="1"/>
          </p:cNvSpPr>
          <p:nvPr>
            <p:ph type="sldNum" idx="12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7" name="Google Shape;377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4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4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0" name="Google Shape;390;p4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1" name="Google Shape;391;p4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4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98" name="Google Shape;398;p4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9" name="Google Shape;399;p4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1" name="Google Shape;401;p4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06" name="Google Shape;406;p4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7" name="Google Shape;407;p4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8" name="Google Shape;408;p4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9" name="Google Shape;409;p4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4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4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4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4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16" name="Google Shape;416;p4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7" name="Google Shape;417;p4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8" name="Google Shape;418;p4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9" name="Google Shape;419;p4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4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8" name="Google Shape;42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9" name="Google Shape;429;p4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0" name="Google Shape;430;p4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3" name="Google Shape;433;p4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6" name="Google Shape;436;p4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4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8" name="Google Shape;43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9" name="Google Shape;439;p4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0" name="Google Shape;440;p4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1" name="Google Shape;441;p4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5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2" name="Google Shape;452;p5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5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"/>
          <p:cNvSpPr/>
          <p:nvPr/>
        </p:nvSpPr>
        <p:spPr>
          <a:xfrm>
            <a:off x="284700" y="4434600"/>
            <a:ext cx="4693800" cy="422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Group 2: Joshua, Toni, Myra, Sarah</a:t>
            </a:r>
            <a:endParaRPr sz="10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0" name="Google Shape;460;p51"/>
          <p:cNvSpPr/>
          <p:nvPr/>
        </p:nvSpPr>
        <p:spPr>
          <a:xfrm>
            <a:off x="291800" y="3859500"/>
            <a:ext cx="3545100" cy="4227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Capstone Pitch Presentation Spring 2026</a:t>
            </a:r>
            <a:endParaRPr sz="10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461" name="Google Shape;461;p51"/>
          <p:cNvSpPr txBox="1">
            <a:spLocks noGrp="1"/>
          </p:cNvSpPr>
          <p:nvPr>
            <p:ph type="title"/>
          </p:nvPr>
        </p:nvSpPr>
        <p:spPr>
          <a:xfrm>
            <a:off x="291800" y="465200"/>
            <a:ext cx="5666400" cy="196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BioSync: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 Biometric Wellness Ecosystem</a:t>
            </a:r>
            <a:endParaRPr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/>
          <p:nvPr/>
        </p:nvSpPr>
        <p:spPr>
          <a:xfrm>
            <a:off x="284700" y="2037676"/>
            <a:ext cx="2055000" cy="2632200"/>
          </a:xfrm>
          <a:prstGeom prst="roundRect">
            <a:avLst>
              <a:gd name="adj" fmla="val 113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7" name="Google Shape;467;p52"/>
          <p:cNvSpPr/>
          <p:nvPr/>
        </p:nvSpPr>
        <p:spPr>
          <a:xfrm>
            <a:off x="2457075" y="2037676"/>
            <a:ext cx="2055000" cy="2632200"/>
          </a:xfrm>
          <a:prstGeom prst="roundRect">
            <a:avLst>
              <a:gd name="adj" fmla="val 1027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8" name="Google Shape;468;p52"/>
          <p:cNvSpPr/>
          <p:nvPr/>
        </p:nvSpPr>
        <p:spPr>
          <a:xfrm>
            <a:off x="4629475" y="2037676"/>
            <a:ext cx="2055000" cy="26322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9" name="Google Shape;469;p52"/>
          <p:cNvSpPr/>
          <p:nvPr/>
        </p:nvSpPr>
        <p:spPr>
          <a:xfrm>
            <a:off x="6801850" y="2037676"/>
            <a:ext cx="2055000" cy="26322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3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Health tracking is fragmented across multiple devices and apps.</a:t>
            </a:r>
            <a:endParaRPr sz="1400"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4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struggle to see long-term patterns.</a:t>
            </a:r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1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Data is inconsistent and siloed.</a:t>
            </a:r>
            <a:endParaRPr sz="1400"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2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Lack of personalization.</a:t>
            </a:r>
            <a:endParaRPr sz="1400"/>
          </a:p>
        </p:txBody>
      </p:sp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</a:t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475" name="Google Shape;475;p52"/>
          <p:cNvSpPr txBox="1">
            <a:spLocks noGrp="1"/>
          </p:cNvSpPr>
          <p:nvPr>
            <p:ph type="subTitle" idx="14"/>
          </p:nvPr>
        </p:nvSpPr>
        <p:spPr>
          <a:xfrm>
            <a:off x="282950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subTitle" idx="15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subTitle" idx="16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ubTitle" idx="17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3"/>
          <p:cNvSpPr/>
          <p:nvPr/>
        </p:nvSpPr>
        <p:spPr>
          <a:xfrm>
            <a:off x="6767472" y="2108950"/>
            <a:ext cx="1367700" cy="26322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1002938" y="2108950"/>
            <a:ext cx="1367700" cy="2632200"/>
          </a:xfrm>
          <a:prstGeom prst="roundRect">
            <a:avLst>
              <a:gd name="adj" fmla="val 113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5" name="Google Shape;485;p53"/>
          <p:cNvSpPr/>
          <p:nvPr/>
        </p:nvSpPr>
        <p:spPr>
          <a:xfrm>
            <a:off x="2444071" y="2108950"/>
            <a:ext cx="1367700" cy="2632200"/>
          </a:xfrm>
          <a:prstGeom prst="roundRect">
            <a:avLst>
              <a:gd name="adj" fmla="val 1027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6" name="Google Shape;486;p53"/>
          <p:cNvSpPr/>
          <p:nvPr/>
        </p:nvSpPr>
        <p:spPr>
          <a:xfrm>
            <a:off x="3885205" y="2108950"/>
            <a:ext cx="1367700" cy="26322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7" name="Google Shape;487;p53"/>
          <p:cNvSpPr/>
          <p:nvPr/>
        </p:nvSpPr>
        <p:spPr>
          <a:xfrm>
            <a:off x="5326339" y="2108950"/>
            <a:ext cx="1367700" cy="26322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8" name="Google Shape;488;p53"/>
          <p:cNvSpPr txBox="1">
            <a:spLocks noGrp="1"/>
          </p:cNvSpPr>
          <p:nvPr>
            <p:ph type="body" idx="1"/>
          </p:nvPr>
        </p:nvSpPr>
        <p:spPr>
          <a:xfrm>
            <a:off x="999288" y="2694500"/>
            <a:ext cx="1363500" cy="1323600"/>
          </a:xfrm>
          <a:prstGeom prst="rect">
            <a:avLst/>
          </a:prstGeom>
        </p:spPr>
        <p:txBody>
          <a:bodyPr spcFirstLastPara="1" wrap="square" lIns="137150" tIns="91425" rIns="9025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unified biometric health ecosystem.</a:t>
            </a:r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body" idx="2"/>
          </p:nvPr>
        </p:nvSpPr>
        <p:spPr>
          <a:xfrm>
            <a:off x="2439338" y="2694500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Integrates several device concepts into one platform.</a:t>
            </a:r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body" idx="3"/>
          </p:nvPr>
        </p:nvSpPr>
        <p:spPr>
          <a:xfrm>
            <a:off x="3885211" y="2694500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Centralized data collection and analysis.</a:t>
            </a:r>
            <a:endParaRPr/>
          </a:p>
        </p:txBody>
      </p:sp>
      <p:sp>
        <p:nvSpPr>
          <p:cNvPr id="491" name="Google Shape;491;p53"/>
          <p:cNvSpPr txBox="1">
            <a:spLocks noGrp="1"/>
          </p:cNvSpPr>
          <p:nvPr>
            <p:ph type="body" idx="4"/>
          </p:nvPr>
        </p:nvSpPr>
        <p:spPr>
          <a:xfrm>
            <a:off x="5326337" y="2694500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insights powered by AI.</a:t>
            </a:r>
            <a:endParaRPr/>
          </a:p>
        </p:txBody>
      </p:sp>
      <p:sp>
        <p:nvSpPr>
          <p:cNvPr id="492" name="Google Shape;492;p53"/>
          <p:cNvSpPr txBox="1">
            <a:spLocks noGrp="1"/>
          </p:cNvSpPr>
          <p:nvPr>
            <p:ph type="body" idx="5"/>
          </p:nvPr>
        </p:nvSpPr>
        <p:spPr>
          <a:xfrm>
            <a:off x="6772211" y="2694500"/>
            <a:ext cx="1372500" cy="1323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Seamless user experience across devices.</a:t>
            </a:r>
            <a:endParaRPr/>
          </a:p>
        </p:txBody>
      </p:sp>
      <p:sp>
        <p:nvSpPr>
          <p:cNvPr id="493" name="Google Shape;493;p53"/>
          <p:cNvSpPr txBox="1">
            <a:spLocks noGrp="1"/>
          </p:cNvSpPr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Solution:</a:t>
            </a:r>
            <a:endParaRPr/>
          </a:p>
        </p:txBody>
      </p:sp>
      <p:sp>
        <p:nvSpPr>
          <p:cNvPr id="494" name="Google Shape;494;p53"/>
          <p:cNvSpPr txBox="1">
            <a:spLocks noGrp="1"/>
          </p:cNvSpPr>
          <p:nvPr>
            <p:ph type="subTitle" idx="9"/>
          </p:nvPr>
        </p:nvSpPr>
        <p:spPr>
          <a:xfrm>
            <a:off x="1001188" y="2220036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5" name="Google Shape;495;p53"/>
          <p:cNvSpPr txBox="1">
            <a:spLocks noGrp="1"/>
          </p:cNvSpPr>
          <p:nvPr>
            <p:ph type="subTitle" idx="13"/>
          </p:nvPr>
        </p:nvSpPr>
        <p:spPr>
          <a:xfrm>
            <a:off x="2443188" y="2220036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6" name="Google Shape;496;p53"/>
          <p:cNvSpPr txBox="1">
            <a:spLocks noGrp="1"/>
          </p:cNvSpPr>
          <p:nvPr>
            <p:ph type="subTitle" idx="14"/>
          </p:nvPr>
        </p:nvSpPr>
        <p:spPr>
          <a:xfrm>
            <a:off x="3884763" y="2220036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7" name="Google Shape;497;p53"/>
          <p:cNvSpPr txBox="1">
            <a:spLocks noGrp="1"/>
          </p:cNvSpPr>
          <p:nvPr>
            <p:ph type="subTitle" idx="15"/>
          </p:nvPr>
        </p:nvSpPr>
        <p:spPr>
          <a:xfrm>
            <a:off x="5326113" y="2220036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8" name="Google Shape;498;p53"/>
          <p:cNvSpPr txBox="1">
            <a:spLocks noGrp="1"/>
          </p:cNvSpPr>
          <p:nvPr>
            <p:ph type="subTitle" idx="16"/>
          </p:nvPr>
        </p:nvSpPr>
        <p:spPr>
          <a:xfrm>
            <a:off x="6767463" y="2220036"/>
            <a:ext cx="900900" cy="312600"/>
          </a:xfrm>
          <a:prstGeom prst="rect">
            <a:avLst/>
          </a:prstGeom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9" name="Google Shape;499;p53"/>
          <p:cNvSpPr/>
          <p:nvPr/>
        </p:nvSpPr>
        <p:spPr>
          <a:xfrm>
            <a:off x="999300" y="1134825"/>
            <a:ext cx="7145400" cy="498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strument Sans"/>
                <a:ea typeface="Instrument Sans"/>
                <a:cs typeface="Instrument Sans"/>
                <a:sym typeface="Instrument Sans"/>
              </a:rPr>
              <a:t>BioSync seeks to give users a more personalized understanding of their health by connecting all their biometric data in one place.</a:t>
            </a:r>
            <a:endParaRPr sz="10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4"/>
          <p:cNvSpPr/>
          <p:nvPr/>
        </p:nvSpPr>
        <p:spPr>
          <a:xfrm>
            <a:off x="8518150" y="800106"/>
            <a:ext cx="105300" cy="10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5" name="Google Shape;505;p54"/>
          <p:cNvSpPr/>
          <p:nvPr/>
        </p:nvSpPr>
        <p:spPr>
          <a:xfrm>
            <a:off x="305802" y="1440225"/>
            <a:ext cx="2025900" cy="3062100"/>
          </a:xfrm>
          <a:prstGeom prst="roundRect">
            <a:avLst>
              <a:gd name="adj" fmla="val 100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0200" tIns="90200" rIns="90200" bIns="90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8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p54"/>
          <p:cNvSpPr/>
          <p:nvPr/>
        </p:nvSpPr>
        <p:spPr>
          <a:xfrm>
            <a:off x="8518150" y="800106"/>
            <a:ext cx="105300" cy="10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7" name="Google Shape;507;p54"/>
          <p:cNvSpPr txBox="1">
            <a:spLocks noGrp="1"/>
          </p:cNvSpPr>
          <p:nvPr>
            <p:ph type="title"/>
          </p:nvPr>
        </p:nvSpPr>
        <p:spPr>
          <a:xfrm>
            <a:off x="618050" y="800100"/>
            <a:ext cx="3889500" cy="96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How BioSync Works: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8" name="Google Shape;508;p54"/>
          <p:cNvSpPr txBox="1">
            <a:spLocks noGrp="1"/>
          </p:cNvSpPr>
          <p:nvPr>
            <p:ph type="subTitle" idx="7"/>
          </p:nvPr>
        </p:nvSpPr>
        <p:spPr>
          <a:xfrm>
            <a:off x="457405" y="1540665"/>
            <a:ext cx="1797000" cy="560700"/>
          </a:xfrm>
          <a:prstGeom prst="rect">
            <a:avLst/>
          </a:prstGeom>
        </p:spPr>
        <p:txBody>
          <a:bodyPr spcFirstLastPara="1" wrap="square" lIns="90200" tIns="90200" rIns="90200" bIns="90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/>
              <a:t>User Profile</a:t>
            </a:r>
            <a:endParaRPr sz="1183"/>
          </a:p>
        </p:txBody>
      </p:sp>
      <p:sp>
        <p:nvSpPr>
          <p:cNvPr id="509" name="Google Shape;509;p54"/>
          <p:cNvSpPr txBox="1">
            <a:spLocks noGrp="1"/>
          </p:cNvSpPr>
          <p:nvPr>
            <p:ph type="body" idx="6"/>
          </p:nvPr>
        </p:nvSpPr>
        <p:spPr>
          <a:xfrm>
            <a:off x="304287" y="1938960"/>
            <a:ext cx="2027400" cy="1900500"/>
          </a:xfrm>
          <a:prstGeom prst="rect">
            <a:avLst/>
          </a:prstGeom>
        </p:spPr>
        <p:txBody>
          <a:bodyPr spcFirstLastPara="1" wrap="square" lIns="90200" tIns="90200" rIns="90200" bIns="90200" anchor="b" anchorCtr="0">
            <a:noAutofit/>
          </a:bodyPr>
          <a:lstStyle/>
          <a:p>
            <a:pPr marL="270620" lvl="0" indent="-19795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87"/>
              <a:buFont typeface="Instrument Sans"/>
              <a:buChar char="●"/>
            </a:pPr>
            <a:r>
              <a:rPr lang="en" sz="986"/>
              <a:t>Create an account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Store personal info and health preferences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Optional “caretaker mode” for dependents or coaches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987"/>
              </a:spcAft>
              <a:buSzPts val="987"/>
              <a:buChar char="●"/>
            </a:pPr>
            <a:r>
              <a:rPr lang="en" sz="986"/>
              <a:t>Secure login and data privacy</a:t>
            </a:r>
            <a:endParaRPr sz="986"/>
          </a:p>
        </p:txBody>
      </p:sp>
      <p:sp>
        <p:nvSpPr>
          <p:cNvPr id="510" name="Google Shape;510;p54"/>
          <p:cNvSpPr/>
          <p:nvPr/>
        </p:nvSpPr>
        <p:spPr>
          <a:xfrm>
            <a:off x="2474631" y="1440225"/>
            <a:ext cx="2025900" cy="3062100"/>
          </a:xfrm>
          <a:prstGeom prst="roundRect">
            <a:avLst>
              <a:gd name="adj" fmla="val 100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0200" tIns="90200" rIns="90200" bIns="90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8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1" name="Google Shape;511;p54"/>
          <p:cNvSpPr txBox="1">
            <a:spLocks noGrp="1"/>
          </p:cNvSpPr>
          <p:nvPr>
            <p:ph type="subTitle" idx="7"/>
          </p:nvPr>
        </p:nvSpPr>
        <p:spPr>
          <a:xfrm>
            <a:off x="2626234" y="1540652"/>
            <a:ext cx="1797000" cy="560700"/>
          </a:xfrm>
          <a:prstGeom prst="rect">
            <a:avLst/>
          </a:prstGeom>
        </p:spPr>
        <p:txBody>
          <a:bodyPr spcFirstLastPara="1" wrap="square" lIns="90200" tIns="90200" rIns="90200" bIns="90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/>
              <a:t>Data Input</a:t>
            </a:r>
            <a:endParaRPr sz="1183"/>
          </a:p>
        </p:txBody>
      </p:sp>
      <p:sp>
        <p:nvSpPr>
          <p:cNvPr id="512" name="Google Shape;512;p54"/>
          <p:cNvSpPr txBox="1">
            <a:spLocks noGrp="1"/>
          </p:cNvSpPr>
          <p:nvPr>
            <p:ph type="body" idx="6"/>
          </p:nvPr>
        </p:nvSpPr>
        <p:spPr>
          <a:xfrm>
            <a:off x="2473300" y="1938951"/>
            <a:ext cx="2027400" cy="2392500"/>
          </a:xfrm>
          <a:prstGeom prst="rect">
            <a:avLst/>
          </a:prstGeom>
        </p:spPr>
        <p:txBody>
          <a:bodyPr spcFirstLastPara="1" wrap="square" lIns="90200" tIns="90200" rIns="90200" bIns="90200" anchor="b" anchorCtr="0">
            <a:noAutofit/>
          </a:bodyPr>
          <a:lstStyle/>
          <a:p>
            <a:pPr marL="270620" lvl="0" indent="-19795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87"/>
              <a:buFont typeface="Instrument Sans"/>
              <a:buChar char="●"/>
            </a:pPr>
            <a:r>
              <a:rPr lang="en" sz="986"/>
              <a:t>Heart rate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Blood pressure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Breathing rate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Body temperature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Sleep duration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Cycle symptoms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987"/>
              </a:spcAft>
              <a:buSzPts val="987"/>
              <a:buChar char="●"/>
            </a:pPr>
            <a:r>
              <a:rPr lang="en" sz="986"/>
              <a:t>Others, depending on devices used.</a:t>
            </a:r>
            <a:endParaRPr sz="986"/>
          </a:p>
        </p:txBody>
      </p:sp>
      <p:sp>
        <p:nvSpPr>
          <p:cNvPr id="513" name="Google Shape;513;p54"/>
          <p:cNvSpPr/>
          <p:nvPr/>
        </p:nvSpPr>
        <p:spPr>
          <a:xfrm>
            <a:off x="4643460" y="1440225"/>
            <a:ext cx="2025900" cy="3062100"/>
          </a:xfrm>
          <a:prstGeom prst="roundRect">
            <a:avLst>
              <a:gd name="adj" fmla="val 100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0200" tIns="90200" rIns="90200" bIns="90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8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4" name="Google Shape;514;p54"/>
          <p:cNvSpPr txBox="1">
            <a:spLocks noGrp="1"/>
          </p:cNvSpPr>
          <p:nvPr>
            <p:ph type="subTitle" idx="7"/>
          </p:nvPr>
        </p:nvSpPr>
        <p:spPr>
          <a:xfrm>
            <a:off x="4795063" y="1540652"/>
            <a:ext cx="1797000" cy="560700"/>
          </a:xfrm>
          <a:prstGeom prst="rect">
            <a:avLst/>
          </a:prstGeom>
        </p:spPr>
        <p:txBody>
          <a:bodyPr spcFirstLastPara="1" wrap="square" lIns="90200" tIns="90200" rIns="90200" bIns="90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/>
              <a:t>Unified Dashboard</a:t>
            </a:r>
            <a:endParaRPr sz="1183"/>
          </a:p>
        </p:txBody>
      </p:sp>
      <p:sp>
        <p:nvSpPr>
          <p:cNvPr id="515" name="Google Shape;515;p54"/>
          <p:cNvSpPr txBox="1">
            <a:spLocks noGrp="1"/>
          </p:cNvSpPr>
          <p:nvPr>
            <p:ph type="body" idx="6"/>
          </p:nvPr>
        </p:nvSpPr>
        <p:spPr>
          <a:xfrm>
            <a:off x="4642325" y="1938951"/>
            <a:ext cx="2027400" cy="2533200"/>
          </a:xfrm>
          <a:prstGeom prst="rect">
            <a:avLst/>
          </a:prstGeom>
        </p:spPr>
        <p:txBody>
          <a:bodyPr spcFirstLastPara="1" wrap="square" lIns="90200" tIns="90200" rIns="90200" bIns="902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6"/>
              <a:t>All data appears in one simple view: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Daily vitals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Sleep quality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Activity summary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Stress indicators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Cycle phase (if applicable)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987"/>
              </a:spcAft>
              <a:buSzPts val="987"/>
              <a:buChar char="●"/>
            </a:pPr>
            <a:r>
              <a:rPr lang="en" sz="986"/>
              <a:t>Alerts and recommendations</a:t>
            </a:r>
            <a:endParaRPr sz="986"/>
          </a:p>
        </p:txBody>
      </p:sp>
      <p:sp>
        <p:nvSpPr>
          <p:cNvPr id="516" name="Google Shape;516;p54"/>
          <p:cNvSpPr/>
          <p:nvPr/>
        </p:nvSpPr>
        <p:spPr>
          <a:xfrm>
            <a:off x="6812289" y="1440225"/>
            <a:ext cx="2025900" cy="3062100"/>
          </a:xfrm>
          <a:prstGeom prst="roundRect">
            <a:avLst>
              <a:gd name="adj" fmla="val 100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0200" tIns="90200" rIns="90200" bIns="90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8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7" name="Google Shape;517;p54"/>
          <p:cNvSpPr txBox="1">
            <a:spLocks noGrp="1"/>
          </p:cNvSpPr>
          <p:nvPr>
            <p:ph type="subTitle" idx="7"/>
          </p:nvPr>
        </p:nvSpPr>
        <p:spPr>
          <a:xfrm>
            <a:off x="6963891" y="1540652"/>
            <a:ext cx="1797000" cy="560700"/>
          </a:xfrm>
          <a:prstGeom prst="rect">
            <a:avLst/>
          </a:prstGeom>
        </p:spPr>
        <p:txBody>
          <a:bodyPr spcFirstLastPara="1" wrap="square" lIns="90200" tIns="90200" rIns="90200" bIns="90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3"/>
              <a:t>Insight Engine</a:t>
            </a:r>
            <a:endParaRPr sz="1183"/>
          </a:p>
        </p:txBody>
      </p:sp>
      <p:sp>
        <p:nvSpPr>
          <p:cNvPr id="518" name="Google Shape;518;p54"/>
          <p:cNvSpPr txBox="1">
            <a:spLocks noGrp="1"/>
          </p:cNvSpPr>
          <p:nvPr>
            <p:ph type="body" idx="6"/>
          </p:nvPr>
        </p:nvSpPr>
        <p:spPr>
          <a:xfrm>
            <a:off x="6811350" y="1866338"/>
            <a:ext cx="2027400" cy="2045700"/>
          </a:xfrm>
          <a:prstGeom prst="rect">
            <a:avLst/>
          </a:prstGeom>
        </p:spPr>
        <p:txBody>
          <a:bodyPr spcFirstLastPara="1" wrap="square" lIns="90200" tIns="90200" rIns="90200" bIns="9020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6"/>
              <a:t>BioSync analyzes patterns across all categories.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“Your stress spikes before your cycle.”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0"/>
              </a:spcAft>
              <a:buSzPts val="987"/>
              <a:buChar char="●"/>
            </a:pPr>
            <a:r>
              <a:rPr lang="en" sz="986"/>
              <a:t>“Your sleep improves on days you walk more.”</a:t>
            </a:r>
            <a:endParaRPr sz="986"/>
          </a:p>
          <a:p>
            <a:pPr marL="270620" lvl="0" indent="-197953" algn="l" rtl="0">
              <a:lnSpc>
                <a:spcPct val="115000"/>
              </a:lnSpc>
              <a:spcBef>
                <a:spcPts val="987"/>
              </a:spcBef>
              <a:spcAft>
                <a:spcPts val="987"/>
              </a:spcAft>
              <a:buSzPts val="987"/>
              <a:buChar char="●"/>
            </a:pPr>
            <a:r>
              <a:rPr lang="en" sz="986"/>
              <a:t>“Your temperature rose last night. Let’s find out why …”</a:t>
            </a:r>
            <a:endParaRPr sz="98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A55F-F541-CC93-CCBE-F6E15A76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38664"/>
          </a:xfrm>
        </p:spPr>
        <p:txBody>
          <a:bodyPr/>
          <a:lstStyle/>
          <a:p>
            <a:pPr>
              <a:buNone/>
            </a:pPr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912872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lin ang="5400012" scaled="0"/>
        </a:gra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5"/>
          <p:cNvSpPr/>
          <p:nvPr/>
        </p:nvSpPr>
        <p:spPr>
          <a:xfrm>
            <a:off x="2457048" y="1365900"/>
            <a:ext cx="2053500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p55"/>
          <p:cNvSpPr/>
          <p:nvPr/>
        </p:nvSpPr>
        <p:spPr>
          <a:xfrm>
            <a:off x="4629475" y="1365900"/>
            <a:ext cx="2053500" cy="33027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5" name="Google Shape;525;p55"/>
          <p:cNvSpPr/>
          <p:nvPr/>
        </p:nvSpPr>
        <p:spPr>
          <a:xfrm>
            <a:off x="6794850" y="1365900"/>
            <a:ext cx="2053500" cy="3302700"/>
          </a:xfrm>
          <a:prstGeom prst="roundRect">
            <a:avLst>
              <a:gd name="adj" fmla="val 100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6" name="Google Shape;526;p55"/>
          <p:cNvSpPr txBox="1">
            <a:spLocks noGrp="1"/>
          </p:cNvSpPr>
          <p:nvPr>
            <p:ph type="body" idx="7"/>
          </p:nvPr>
        </p:nvSpPr>
        <p:spPr>
          <a:xfrm>
            <a:off x="2457071" y="2064224"/>
            <a:ext cx="2053500" cy="2010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monitoring platform for women’s reproductive health. Utilizing a smart ring with medical-grade sensors, it can track user health and provide ovulation confirmation, cycle insights, symptom correlation, and pregnancy monitoring.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5"/>
          <p:cNvSpPr txBox="1">
            <a:spLocks noGrp="1"/>
          </p:cNvSpPr>
          <p:nvPr>
            <p:ph type="body" idx="13"/>
          </p:nvPr>
        </p:nvSpPr>
        <p:spPr>
          <a:xfrm>
            <a:off x="4629442" y="2064294"/>
            <a:ext cx="2053500" cy="2010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sleep system that includes a weighted blanket with embedded sensors and a bedside data hub to measure what’s actually happening while you sleep, diagnose problems, and provide actionable solutions.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5"/>
          <p:cNvSpPr txBox="1">
            <a:spLocks noGrp="1"/>
          </p:cNvSpPr>
          <p:nvPr>
            <p:ph type="title"/>
          </p:nvPr>
        </p:nvSpPr>
        <p:spPr>
          <a:xfrm>
            <a:off x="284700" y="320575"/>
            <a:ext cx="5151000" cy="65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Roadmap</a:t>
            </a:r>
            <a:endParaRPr dirty="0"/>
          </a:p>
        </p:txBody>
      </p:sp>
      <p:sp>
        <p:nvSpPr>
          <p:cNvPr id="529" name="Google Shape;529;p55"/>
          <p:cNvSpPr txBox="1">
            <a:spLocks noGrp="1"/>
          </p:cNvSpPr>
          <p:nvPr>
            <p:ph type="body" idx="4"/>
          </p:nvPr>
        </p:nvSpPr>
        <p:spPr>
          <a:xfrm>
            <a:off x="6794825" y="2064340"/>
            <a:ext cx="2053500" cy="2010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performance tracking system utilizing a specialized wristband and smart scale to measure body composition changes, workout performance, and recovery readiness.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5"/>
          <p:cNvSpPr txBox="1">
            <a:spLocks noGrp="1"/>
          </p:cNvSpPr>
          <p:nvPr>
            <p:ph type="title" idx="5"/>
          </p:nvPr>
        </p:nvSpPr>
        <p:spPr>
          <a:xfrm>
            <a:off x="6796813" y="1655923"/>
            <a:ext cx="2058600" cy="4083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FitCore</a:t>
            </a:r>
            <a:endParaRPr/>
          </a:p>
        </p:txBody>
      </p:sp>
      <p:sp>
        <p:nvSpPr>
          <p:cNvPr id="531" name="Google Shape;531;p55"/>
          <p:cNvSpPr txBox="1">
            <a:spLocks noGrp="1"/>
          </p:cNvSpPr>
          <p:nvPr>
            <p:ph type="title" idx="8"/>
          </p:nvPr>
        </p:nvSpPr>
        <p:spPr>
          <a:xfrm>
            <a:off x="2459036" y="1655931"/>
            <a:ext cx="2058600" cy="4083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 Women’s Health</a:t>
            </a:r>
            <a:endParaRPr/>
          </a:p>
        </p:txBody>
      </p:sp>
      <p:sp>
        <p:nvSpPr>
          <p:cNvPr id="532" name="Google Shape;532;p55"/>
          <p:cNvSpPr txBox="1">
            <a:spLocks noGrp="1"/>
          </p:cNvSpPr>
          <p:nvPr>
            <p:ph type="title" idx="14"/>
          </p:nvPr>
        </p:nvSpPr>
        <p:spPr>
          <a:xfrm>
            <a:off x="4645350" y="1655925"/>
            <a:ext cx="2037600" cy="4083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SleepSync</a:t>
            </a:r>
            <a:endParaRPr/>
          </a:p>
        </p:txBody>
      </p:sp>
      <p:sp>
        <p:nvSpPr>
          <p:cNvPr id="533" name="Google Shape;533;p55"/>
          <p:cNvSpPr/>
          <p:nvPr/>
        </p:nvSpPr>
        <p:spPr>
          <a:xfrm>
            <a:off x="4233563" y="1550631"/>
            <a:ext cx="105300" cy="105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4" name="Google Shape;534;p55"/>
          <p:cNvSpPr/>
          <p:nvPr/>
        </p:nvSpPr>
        <p:spPr>
          <a:xfrm>
            <a:off x="6438013" y="1550631"/>
            <a:ext cx="105300" cy="10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5" name="Google Shape;535;p55"/>
          <p:cNvSpPr/>
          <p:nvPr/>
        </p:nvSpPr>
        <p:spPr>
          <a:xfrm>
            <a:off x="8571363" y="1550631"/>
            <a:ext cx="105300" cy="105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6" name="Google Shape;536;p55"/>
          <p:cNvSpPr txBox="1"/>
          <p:nvPr/>
        </p:nvSpPr>
        <p:spPr>
          <a:xfrm>
            <a:off x="6810675" y="4176000"/>
            <a:ext cx="203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Track Performance, Not Just Activity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7" name="Google Shape;537;p55"/>
          <p:cNvSpPr txBox="1"/>
          <p:nvPr/>
        </p:nvSpPr>
        <p:spPr>
          <a:xfrm>
            <a:off x="2490250" y="4164450"/>
            <a:ext cx="19872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Your Body Tells a Story. Ora Helps You Read It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8" name="Google Shape;538;p55"/>
          <p:cNvSpPr txBox="1"/>
          <p:nvPr/>
        </p:nvSpPr>
        <p:spPr>
          <a:xfrm>
            <a:off x="4662600" y="4164450"/>
            <a:ext cx="19872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Your body needs true recovery, not just time in bed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9" name="Google Shape;539;p55"/>
          <p:cNvSpPr/>
          <p:nvPr/>
        </p:nvSpPr>
        <p:spPr>
          <a:xfrm>
            <a:off x="272581" y="1372250"/>
            <a:ext cx="2053500" cy="3302700"/>
          </a:xfrm>
          <a:prstGeom prst="roundRect">
            <a:avLst>
              <a:gd name="adj" fmla="val 978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0" name="Google Shape;540;p55"/>
          <p:cNvSpPr txBox="1">
            <a:spLocks noGrp="1"/>
          </p:cNvSpPr>
          <p:nvPr>
            <p:ph type="body" idx="13"/>
          </p:nvPr>
        </p:nvSpPr>
        <p:spPr>
          <a:xfrm>
            <a:off x="272575" y="2070650"/>
            <a:ext cx="2037600" cy="2010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continuous health monitoring system that utilizes a wearable sensor and smartphone app. The system tracks vital signs passively throughout the day, identifies concerning patterns, and alerts users and caregivers when medical attention may be needed.</a:t>
            </a:r>
            <a:endParaRPr/>
          </a:p>
        </p:txBody>
      </p:sp>
      <p:sp>
        <p:nvSpPr>
          <p:cNvPr id="541" name="Google Shape;541;p55"/>
          <p:cNvSpPr txBox="1">
            <a:spLocks noGrp="1"/>
          </p:cNvSpPr>
          <p:nvPr>
            <p:ph type="title" idx="14"/>
          </p:nvPr>
        </p:nvSpPr>
        <p:spPr>
          <a:xfrm>
            <a:off x="269464" y="1662281"/>
            <a:ext cx="2058600" cy="4083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VitalWatch</a:t>
            </a:r>
            <a:endParaRPr/>
          </a:p>
        </p:txBody>
      </p:sp>
      <p:sp>
        <p:nvSpPr>
          <p:cNvPr id="542" name="Google Shape;542;p55"/>
          <p:cNvSpPr/>
          <p:nvPr/>
        </p:nvSpPr>
        <p:spPr>
          <a:xfrm>
            <a:off x="2081119" y="1556981"/>
            <a:ext cx="105300" cy="105300"/>
          </a:xfrm>
          <a:prstGeom prst="ellipse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55"/>
          <p:cNvSpPr txBox="1"/>
          <p:nvPr/>
        </p:nvSpPr>
        <p:spPr>
          <a:xfrm>
            <a:off x="279550" y="4170800"/>
            <a:ext cx="20376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Your Heart Doesn’t Wait for You to Remember to Check It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69B6-BB8F-2874-91EE-70E9F5AE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3866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4F398-C224-B85E-A0C7-8877898C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39434"/>
      </p:ext>
    </p:extLst>
  </p:cSld>
  <p:clrMapOvr>
    <a:masterClrMapping/>
  </p:clrMapOvr>
</p:sld>
</file>

<file path=ppt/theme/theme1.xml><?xml version="1.0" encoding="utf-8"?>
<a:theme xmlns:a="http://schemas.openxmlformats.org/drawingml/2006/main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533</Words>
  <Application>Microsoft Office PowerPoint</Application>
  <PresentationFormat>On-screen Show (16:9)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Instrument Sans Medium</vt:lpstr>
      <vt:lpstr>Instrument Sans</vt:lpstr>
      <vt:lpstr>Instrument Sans SemiBold</vt:lpstr>
      <vt:lpstr>Pastel gradients</vt:lpstr>
      <vt:lpstr>BioSync: A Biometric Wellness Ecosystem</vt:lpstr>
      <vt:lpstr>The Problem:</vt:lpstr>
      <vt:lpstr>Our Solution:</vt:lpstr>
      <vt:lpstr>How BioSync Works:</vt:lpstr>
      <vt:lpstr>Demo</vt:lpstr>
      <vt:lpstr>Future Roadmap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Alexandria Wilson</dc:creator>
  <cp:lastModifiedBy>Alexandria Wilson</cp:lastModifiedBy>
  <cp:revision>1</cp:revision>
  <dcterms:modified xsi:type="dcterms:W3CDTF">2026-05-06T00:03:39Z</dcterms:modified>
</cp:coreProperties>
</file>