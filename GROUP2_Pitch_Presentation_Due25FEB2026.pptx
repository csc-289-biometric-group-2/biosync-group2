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3" r:id="rId2"/>
    <p:sldId id="271" r:id="rId3"/>
    <p:sldId id="274" r:id="rId4"/>
    <p:sldId id="257" r:id="rId5"/>
    <p:sldId id="258" r:id="rId6"/>
    <p:sldId id="259" r:id="rId7"/>
    <p:sldId id="260" r:id="rId8"/>
    <p:sldId id="279" r:id="rId9"/>
    <p:sldId id="261" r:id="rId10"/>
    <p:sldId id="262" r:id="rId11"/>
    <p:sldId id="263" r:id="rId12"/>
    <p:sldId id="264" r:id="rId13"/>
    <p:sldId id="290" r:id="rId14"/>
    <p:sldId id="266" r:id="rId15"/>
    <p:sldId id="285" r:id="rId16"/>
    <p:sldId id="268" r:id="rId17"/>
    <p:sldId id="289" r:id="rId18"/>
    <p:sldId id="28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F69183-CF6B-4022-BEEE-2B646A4C227A}">
          <p14:sldIdLst>
            <p14:sldId id="273"/>
            <p14:sldId id="271"/>
            <p14:sldId id="274"/>
            <p14:sldId id="257"/>
            <p14:sldId id="258"/>
            <p14:sldId id="259"/>
            <p14:sldId id="260"/>
            <p14:sldId id="279"/>
            <p14:sldId id="261"/>
            <p14:sldId id="262"/>
            <p14:sldId id="263"/>
            <p14:sldId id="264"/>
            <p14:sldId id="290"/>
            <p14:sldId id="266"/>
            <p14:sldId id="285"/>
            <p14:sldId id="268"/>
            <p14:sldId id="289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71238" autoAdjust="0"/>
  </p:normalViewPr>
  <p:slideViewPr>
    <p:cSldViewPr snapToGrid="0" snapToObjects="1">
      <p:cViewPr varScale="1">
        <p:scale>
          <a:sx n="90" d="100"/>
          <a:sy n="90" d="100"/>
        </p:scale>
        <p:origin x="21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85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37853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1E3DB-CAFD-8791-7D8A-D882B075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680134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CSC 289-0B01 Programming Capstone Project-Group2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latin typeface="Arial Black" panose="020B0A04020102020204" pitchFamily="34" charset="0"/>
              </a:rPr>
              <a:t>Biometrics PITCH Presentation </a:t>
            </a:r>
            <a:br>
              <a:rPr lang="en-US" sz="4400" dirty="0">
                <a:latin typeface="Arial Black" panose="020B0A04020102020204" pitchFamily="34" charset="0"/>
              </a:rPr>
            </a:b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93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Biometric Technology Platform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5E9DE0-A49D-749D-9DAF-D526E8E2D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App</a:t>
            </a:r>
          </a:p>
          <a:p>
            <a:r>
              <a:rPr lang="en-US" dirty="0"/>
              <a:t>Smart Ring</a:t>
            </a:r>
          </a:p>
          <a:p>
            <a:r>
              <a:rPr lang="en-US" dirty="0"/>
              <a:t>Sleep Device</a:t>
            </a:r>
          </a:p>
          <a:p>
            <a:r>
              <a:rPr lang="en-US" dirty="0"/>
              <a:t>Watch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Tagline:</a:t>
            </a:r>
          </a:p>
          <a:p>
            <a:r>
              <a:rPr lang="en-US" dirty="0"/>
              <a:t>Secure.  Personalized. Always-On.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8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AADE-9EA4-2820-1D64-4088E460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Biometrics Health Trackers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F7DCF-AEFD-FC80-94AC-0B632DBF4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FitCore.md  </a:t>
            </a: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FITCORE PERFORMANCE TRACKER</a:t>
            </a:r>
          </a:p>
          <a:p>
            <a:r>
              <a:rPr lang="en-US" sz="3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MoodSync.md  </a:t>
            </a:r>
            <a:r>
              <a:rPr lang="en-US" sz="3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MoodSync</a:t>
            </a: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Biometric emotional regulation platform | NFC-enabled mood ring + AI analytics dashboard 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3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Ora_WomensWellness.md </a:t>
            </a: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Ora:</a:t>
            </a:r>
            <a:r>
              <a:rPr lang="en-US" sz="3200" b="1" kern="0" dirty="0">
                <a:solidFill>
                  <a:srgbClr val="1F2328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Women’s Health Tracking Platform | Biometric Tracking Platform</a:t>
            </a:r>
          </a:p>
          <a:p>
            <a:r>
              <a:rPr lang="en-US" sz="3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SleepSync.md </a:t>
            </a: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SLEEPSYNC REST &amp; RECOVERY MONITOR-a biometric sleep tracking system that helps overstimulated; high-achieving adults understand why they’re exhausted despite sleeping enough hours.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32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VitalWatch.md </a:t>
            </a: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VITALWATCH HEALTH MONITOR: biometric monitoring system for adults managing chronic conditions who want to catch health issues early without constantly thinking about their health all day.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33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Passwords are insecure</a:t>
            </a:r>
          </a:p>
          <a:p>
            <a:r>
              <a:t>Health data is fragmented</a:t>
            </a:r>
          </a:p>
          <a:p>
            <a:r>
              <a:t>Wearables lack personalization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One biometric ecosystem</a:t>
            </a:r>
          </a:p>
          <a:p>
            <a:r>
              <a:rPr dirty="0"/>
              <a:t>App + Ring +</a:t>
            </a:r>
            <a:r>
              <a:rPr lang="en-US" dirty="0"/>
              <a:t>Watch+</a:t>
            </a:r>
            <a:r>
              <a:rPr dirty="0"/>
              <a:t> Sleep Device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Mobile App</a:t>
            </a:r>
          </a:p>
          <a:p>
            <a:r>
              <a:rPr dirty="0"/>
              <a:t>Smart Ring</a:t>
            </a:r>
            <a:endParaRPr lang="en-US" dirty="0"/>
          </a:p>
          <a:p>
            <a:r>
              <a:rPr lang="en-US" dirty="0"/>
              <a:t>Smart Watch</a:t>
            </a:r>
            <a:endParaRPr dirty="0"/>
          </a:p>
          <a:p>
            <a:r>
              <a:rPr dirty="0"/>
              <a:t>Sleep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Biometrics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Heart Rate &amp; HRV</a:t>
            </a:r>
          </a:p>
          <a:p>
            <a:r>
              <a:t>Sleep Stages</a:t>
            </a:r>
          </a:p>
          <a:p>
            <a:r>
              <a:t>Temperature</a:t>
            </a:r>
          </a:p>
          <a:p>
            <a:r>
              <a:t>Movement</a:t>
            </a:r>
          </a:p>
          <a:p>
            <a:r>
              <a:t>SpO₂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EDE5-98BD-5E94-A8C8-10A2F36D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 Biometric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93BA-BB9B-981B-E260-342DD4F2C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Highlight credibility and medical relevance.</a:t>
            </a:r>
          </a:p>
          <a:p>
            <a:endParaRPr lang="en-US" dirty="0"/>
          </a:p>
          <a:p>
            <a:r>
              <a:rPr lang="en-US" b="1" dirty="0"/>
              <a:t>Biometric Types Used:</a:t>
            </a:r>
          </a:p>
          <a:p>
            <a:endParaRPr lang="en-US" b="1" dirty="0"/>
          </a:p>
          <a:p>
            <a:r>
              <a:rPr lang="en-US" b="1" dirty="0"/>
              <a:t>Core Biometrics: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Heart rate &amp; HRV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Sleep cycles &amp;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Body temperature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Movement &amp; 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Blood oxygen (</a:t>
            </a:r>
            <a:r>
              <a:rPr lang="en-US" dirty="0" err="1"/>
              <a:t>SpO</a:t>
            </a:r>
            <a:r>
              <a:rPr lang="en-US" dirty="0"/>
              <a:t>₂)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Behavioral patterns (optional)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37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Smart 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tracking</a:t>
            </a:r>
          </a:p>
          <a:p>
            <a:r>
              <a:t>Secure authentication</a:t>
            </a:r>
          </a:p>
          <a:p>
            <a:r>
              <a:t>Long battery life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Sleep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Sleep quality</a:t>
            </a:r>
          </a:p>
          <a:p>
            <a:r>
              <a:t>Recovery metrics</a:t>
            </a:r>
          </a:p>
          <a:p>
            <a:r>
              <a:t>Stress indicators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Dashboards</a:t>
            </a:r>
          </a:p>
          <a:p>
            <a:r>
              <a:t>Insights</a:t>
            </a:r>
          </a:p>
          <a:p>
            <a:r>
              <a:t>Alerts</a:t>
            </a:r>
          </a:p>
          <a:p>
            <a:r>
              <a:t>Privacy controls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Consumers</a:t>
            </a:r>
          </a:p>
          <a:p>
            <a:r>
              <a:t>Healthcare</a:t>
            </a:r>
          </a:p>
          <a:p>
            <a:r>
              <a:t>Employers</a:t>
            </a:r>
          </a:p>
          <a:p>
            <a:r>
              <a:t>Fitness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6E6A-6EA3-8786-1591-D8D9AE91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2447297"/>
          </a:xfrm>
        </p:spPr>
        <p:txBody>
          <a:bodyPr/>
          <a:lstStyle/>
          <a:p>
            <a:r>
              <a:rPr lang="en-US" b="1" dirty="0"/>
              <a:t>Development Plan:</a:t>
            </a:r>
            <a:br>
              <a:rPr lang="en-US" dirty="0"/>
            </a:br>
            <a:r>
              <a:rPr lang="en-US" dirty="0"/>
              <a:t>“We are in the planning Phase”</a:t>
            </a:r>
          </a:p>
        </p:txBody>
      </p:sp>
    </p:spTree>
    <p:extLst>
      <p:ext uri="{BB962C8B-B14F-4D97-AF65-F5344CB8AC3E}">
        <p14:creationId xmlns:p14="http://schemas.microsoft.com/office/powerpoint/2010/main" val="3398116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Encrypted data</a:t>
            </a:r>
          </a:p>
          <a:p>
            <a:r>
              <a:t>User-owned biometrics</a:t>
            </a:r>
          </a:p>
          <a:p>
            <a:r>
              <a:t>Regulatory compliant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DA3B-22E5-9FE6-10B2-83FBEB0B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Compliance: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63559-919C-42F2-470E-EFD82D320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HIPAA:</a:t>
            </a:r>
          </a:p>
          <a:p>
            <a:r>
              <a:rPr lang="en-US" sz="6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GDPR:</a:t>
            </a:r>
            <a:endParaRPr lang="en-US" sz="6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r>
              <a:rPr lang="en-US" sz="6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CCPA: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992092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Multi-device</a:t>
            </a:r>
          </a:p>
          <a:p>
            <a:r>
              <a:t>Passive biometrics</a:t>
            </a:r>
          </a:p>
          <a:p>
            <a:r>
              <a:t>Privacy-first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C39C-890F-8C20-1F3B-A66486464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84667"/>
            <a:ext cx="7772400" cy="103453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ANY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60BB6-2C60-F490-4FC0-301E53C69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520456"/>
            <a:ext cx="6400800" cy="411834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9600" b="1" dirty="0">
                <a:latin typeface="French Script MT" panose="03020402040607040605" pitchFamily="66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29679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BCA2-F298-83EB-9B9B-3C91ABA75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744"/>
            <a:ext cx="8229600" cy="3944678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180282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284</Words>
  <Application>Microsoft Office PowerPoint</Application>
  <PresentationFormat>On-screen Show (4:3)</PresentationFormat>
  <Paragraphs>83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French Script MT</vt:lpstr>
      <vt:lpstr>Segoe UI</vt:lpstr>
      <vt:lpstr>Office Theme</vt:lpstr>
      <vt:lpstr>CSC 289-0B01 Programming Capstone Project-Group2 Biometrics PITCH Presentation  </vt:lpstr>
      <vt:lpstr>Biometric Technology Platform</vt:lpstr>
      <vt:lpstr>Biometrics Health Trackers</vt:lpstr>
      <vt:lpstr>The Problem</vt:lpstr>
      <vt:lpstr>The Solution</vt:lpstr>
      <vt:lpstr>Product Components</vt:lpstr>
      <vt:lpstr>Biometrics Used</vt:lpstr>
      <vt:lpstr>Slide  Biometric Used</vt:lpstr>
      <vt:lpstr>Smart Ring</vt:lpstr>
      <vt:lpstr>Sleep Device</vt:lpstr>
      <vt:lpstr>Mobile App</vt:lpstr>
      <vt:lpstr>Use Cases</vt:lpstr>
      <vt:lpstr>Development Plan: “We are in the planning Phase”</vt:lpstr>
      <vt:lpstr>Security &amp; Privacy</vt:lpstr>
      <vt:lpstr>Compliance:</vt:lpstr>
      <vt:lpstr>Competitive Advantage</vt:lpstr>
      <vt:lpstr>ANY QUESTIONS</vt:lpstr>
      <vt:lpstr>THE END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Myra Williams</dc:creator>
  <cp:keywords/>
  <dc:description>generated using python-pptx</dc:description>
  <cp:lastModifiedBy>Myra Williams</cp:lastModifiedBy>
  <cp:revision>8</cp:revision>
  <cp:lastPrinted>2026-02-25T13:19:24Z</cp:lastPrinted>
  <dcterms:created xsi:type="dcterms:W3CDTF">2013-01-27T09:14:16Z</dcterms:created>
  <dcterms:modified xsi:type="dcterms:W3CDTF">2026-02-25T13:26:10Z</dcterms:modified>
  <cp:category/>
</cp:coreProperties>
</file>